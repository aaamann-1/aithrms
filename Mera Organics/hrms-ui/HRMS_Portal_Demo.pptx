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HRMS Portal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Static UI prototype with role-based portals and demo auth flow.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Browser-based HRMS portal prototype</a:t>
            </a:r>
          </a:p>
          <a:p>
            <a:pPr>
              <a:defRPr sz="1800"/>
            </a:pPr>
            <a:r>
              <a:t>No backend yet: demo auth using localStorage/sessionStorage</a:t>
            </a:r>
          </a:p>
          <a:p>
            <a:pPr>
              <a:defRPr sz="1800"/>
            </a:pPr>
            <a:r>
              <a:t>Role-aware portal for Admin, Team Leader, Employee</a:t>
            </a:r>
          </a:p>
          <a:p>
            <a:pPr>
              <a:defRPr sz="1800"/>
            </a:pPr>
            <a:r>
              <a:t>Landing page, login, signup, portal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Landing page: product intro and navigation</a:t>
            </a:r>
          </a:p>
          <a:p>
            <a:pPr>
              <a:defRPr sz="1800"/>
            </a:pPr>
            <a:r>
              <a:t>Login page: demo credentials + redirect guard</a:t>
            </a:r>
          </a:p>
          <a:p>
            <a:pPr>
              <a:defRPr sz="1800"/>
            </a:pPr>
            <a:r>
              <a:t>Signup page: employee self-registration</a:t>
            </a:r>
          </a:p>
          <a:p>
            <a:pPr>
              <a:defRPr sz="1800"/>
            </a:pPr>
            <a:r>
              <a:t>Portal page: role-based navigation and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Users stored in browser localStorage for demo</a:t>
            </a:r>
          </a:p>
          <a:p>
            <a:pPr>
              <a:defRPr sz="1800"/>
            </a:pPr>
            <a:r>
              <a:t>SessionStorage holds current logged-in user</a:t>
            </a:r>
          </a:p>
          <a:p>
            <a:pPr>
              <a:defRPr sz="1800"/>
            </a:pPr>
            <a:r>
              <a:t>Redirects protect portal access from unauthenticated users</a:t>
            </a:r>
          </a:p>
          <a:p>
            <a:pPr>
              <a:defRPr sz="1800"/>
            </a:pPr>
            <a:r>
              <a:t>Admin can create new employee/team leader logins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Admin: full dashboard, reports, settings, employee management</a:t>
            </a:r>
          </a:p>
          <a:p>
            <a:pPr>
              <a:defRPr sz="1800"/>
            </a:pPr>
            <a:r>
              <a:t>Team Leader: team employee access, issues view, no leave/attendance approval</a:t>
            </a:r>
          </a:p>
          <a:p>
            <a:pPr>
              <a:defRPr sz="1800"/>
            </a:pPr>
            <a:r>
              <a:t>Employee: self profile, mark attendance, apply leave, report issues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Dashboard: summaries, announcements, stats</a:t>
            </a:r>
          </a:p>
          <a:p>
            <a:pPr>
              <a:defRPr sz="1800"/>
            </a:pPr>
            <a:r>
              <a:t>Employees: directory and profile view</a:t>
            </a:r>
          </a:p>
          <a:p>
            <a:pPr>
              <a:defRPr sz="1800"/>
            </a:pPr>
            <a:r>
              <a:t>Attendance: overview for managers, self-mark for employees</a:t>
            </a:r>
          </a:p>
          <a:p>
            <a:pPr>
              <a:defRPr sz="1800"/>
            </a:pPr>
            <a:r>
              <a:t>Leave: admin approval, employee requests, team leader view only</a:t>
            </a:r>
          </a:p>
          <a:p>
            <a:pPr>
              <a:defRPr sz="1800"/>
            </a:pPr>
            <a:r>
              <a:t>Issues &amp; Reports: role-specific task and report panels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Credentials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Admin: admin@hrms.local / admin123</a:t>
            </a:r>
          </a:p>
          <a:p>
            <a:pPr>
              <a:defRPr sz="1800"/>
            </a:pPr>
            <a:r>
              <a:t>Team Leader: teamleader@hrms.local / leader123</a:t>
            </a:r>
          </a:p>
          <a:p>
            <a:pPr>
              <a:defRPr sz="1800"/>
            </a:pPr>
            <a:r>
              <a:t>Employee: employee@hrms.local / employee123</a:t>
            </a:r>
          </a:p>
          <a:p>
            <a:pPr>
              <a:defRPr sz="1800"/>
            </a:pPr>
            <a:r>
              <a:t>Next: add real backend, role-based data, persistence, UI polish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